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James Martin. This is Orphan Finder. Half of all approved drugs trace back to natural products. But most natural products have no known target, so they sit on the shelf. Orphan Finder predicts those targets, and tells you which predictions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prediction leans on chemical similarity. Find a molecule like a known drug, inherit its target. That breaks the moment a molecule has no close relative. We quantified exactly where it breaks. Across 695,000 natural products in COCONUT, similarity prediction collapses at a Tanimoto of 0.5. Sixty-three percent of natural product space sits past that wall, unreachable. So every prediction carries a distance to that wall. Above it, trust the analogy. Below it, we dock the pose against real controls.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engine runs on Claude Science. It pulled the data from COCONUT, ChEMBL, and the Broad repurposing library, ran ESM-2 protein embeddings, and dispatched docking to GPUs on Modal. One prompt drives a pipeline that fingerprints 695,000 compounds and docks the survivors against verified receptor structures. A scientist points it at a molecule, and it returns ranked, structure-checked targets.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it finds. A natural product with no annotated target, and an approved drug, share no chemical scaffold. Both land on the same enzyme: InhA, the tuberculosis target of isoniazid. Both dock into the substrate channel. Both contact the catalytic tyrosine, Tyr158. Both beat a matched decoy set. Docking alone can flatter a pose, so we confirmed it a second way, with an independent structure predictor. It agrees. Two unrelated molecules, one validated target, reached by one standard.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question that decides an antibiotic's future: does the target survive resistance mutations? We built a mutant-aware scoring layer and validated it on known resistance: it reproduces how trimethoprim loses DHFR, and pyrimethamine loses malarial DHFR. Then we screened orphan natural products against those same mutated pockets. On DHFR, seven natural products are predicted to hold their binding where the front-line drug fails. Those are resistance-robust leads, ranked and ready to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engine generalizes. It screened 1.7 million compounds for Alzheimer's targets, and flagged a family of microbial carotenoids all converging on the human receptor PXR, every one confirmed by docking. Antibiotics, neurodegeneration, the microbiome.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Orphan Finder turns the ninety percent of natural products with no known target into ranked, structure-backed, resistance-aware leads. It is fully open. Every result reproduces from the repository. Built on Claude Science.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Orphan Finder</a:t>
            </a:r>
          </a:p>
        </p:txBody>
      </p:sp>
      <p:sp>
        <p:nvSpPr>
          <p:cNvPr id="3" name="TextBox 2"/>
          <p:cNvSpPr txBox="1"/>
          <p:nvPr/>
        </p:nvSpPr>
        <p:spPr>
          <a:xfrm>
            <a:off x="822960" y="3246120"/>
            <a:ext cx="10515600" cy="1554480"/>
          </a:xfrm>
          <a:prstGeom prst="rect">
            <a:avLst/>
          </a:prstGeom>
          <a:noFill/>
        </p:spPr>
        <p:txBody>
          <a:bodyPr wrap="square" anchor="t">
            <a:spAutoFit/>
          </a:bodyPr>
          <a:lstStyle/>
          <a:p>
            <a:pPr algn="l"/>
            <a:r>
              <a:rPr sz="2000" b="1">
                <a:solidFill>
                  <a:srgbClr val="58A6FF"/>
                </a:solidFill>
                <a:latin typeface="Arial"/>
              </a:rPr>
              <a:t>Team: Past the Wall</a:t>
            </a:r>
          </a:p>
          <a:p>
            <a:pPr algn="l"/>
            <a:r>
              <a:rPr sz="200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BUILT ON CLAUDE SCIENCE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One prompt drives the whole engine</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Orchestrate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Pulls COCONUT, ChEMBL, and the Broad repurposing library into one screening set.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Model + dock</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Runs ESM-2 embeddings and dispatches docking to GPUs on Modal, scoring every pose.</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58A6FF"/>
                </a:solidFill>
                <a:latin typeface="Arial"/>
              </a:rPr>
              <a:t>Return ranked leads</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Fingerprints 695,000 compounds and returns structure-checked target hypotheses.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An orphan natural product and an approved drug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800" b="0">
                <a:solidFill>
                  <a:srgbClr val="E6EDF3"/>
                </a:solidFill>
                <a:latin typeface="Arial"/>
              </a:rPr>
              <a:t>Two chemically unrelated molecules land on M. tuberculosis InhA through one shared validation standard.</a:t>
            </a:r>
          </a:p>
          <a:p>
            <a:pPr algn="l"/>
            <a:r>
              <a:rPr sz="1800" b="0">
                <a:solidFill>
                  <a:srgbClr val="E6EDF3"/>
                </a:solidFill>
                <a:latin typeface="Arial"/>
              </a:rPr>
              <a:t/>
            </a:r>
          </a:p>
          <a:p>
            <a:pPr algn="l"/>
            <a:r>
              <a:rPr sz="1800" b="0">
                <a:solidFill>
                  <a:srgbClr val="E6EDF3"/>
                </a:solidFill>
                <a:latin typeface="Arial"/>
              </a:rPr>
              <a:t>Both beat a property-matched decoy control.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SAME INSTRUMENT, THREE PROBLEMS</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It is not a one-target trick</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Antimicrobials</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Natural-product and repurposing leads against priority pathogens, resistance-aware.</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Alzheimer's / CNS</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Same pipeline, ported unchanged across 1.7M CNS-like compounds.</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58A6FF"/>
                </a:solidFill>
                <a:latin typeface="Arial"/>
              </a:rPr>
              <a:t>Microbiome to host</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A family of microbial carotenoids converges on the human receptor PXR, confirmed by docking.</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90% of natural products have no known target. We rank them.</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Structure-backed, resistance-aware leads, ready to test.
Fully open. Every result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on Claude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