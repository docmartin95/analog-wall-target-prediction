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James Martin. Most drug discovery finds new targets by chemical similarity. You take a molecule, find something like it, and borrow its target. But that approach fails, quietly, exactly where new medicines have to come from.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where it fails. We call it the analog wall. We looked at six hundred and ninety-five thousand natural products. Sixty-three percent have no close match among known drugs. For those, similarity prediction simply cannot work. There is nothing to compare to. Nobody usually measures this line. We did.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built an open pipeline that respects that wall. It nominates a target, and it tells you how much to trust the nomination. For the risky predictions, it checks them with real docking and real controls. Claude ran the whole thing. And here is the part I like most. Claude audited its own work, and caught real mistakes as they happened. One receptor was labeled human but was actually a rabbit protein. Claude caught it. One docking test let caffeine beat the real drug. Claude flagged it and fixed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that honesty buys you. A natural product with no known target. And an approved drug. Two unrelated molecules. They land on the same tuberculosis target, through one shared test. Both beat a decoy control. An independent structure tool confirms how they bind. That is a real, checkable result. Not a lucky guess.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asked the question that matters for antibiotics. Will the target still work after the bacteria mutate? Normal docking is blind to that. So we built a resistance layer. It passes the mutation test that ordinary docking fails. It finds natural products that hold up better against resistance than the current drug. Seven of them, on one enzyme family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one-target trick. We pointed the same pipeline at Alzheimer's targets, across one point seven million compounds. And at gut microbe molecules, where a whole family of pigments converges on one human receptor. Same tool. Three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thing, and it matters. Every molecule here is a lead to test in a lab. Never a finished drug. When the pipeline cannot support a hit, it says so. We report those too. It is fully open. Everything you just saw reproduces from the repository. Built with Claude.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WHAT WE BUILT  ·  ORCHESTRATED WITH CLAUDE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A pipeline that respects the wall, and audits itself</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Nominate with confidence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Every prediction carries a distance to the analog wall, so you know how much to trust it.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Validate the risky ones</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Below-wall nominations are checked by docking against real positive and negative controls.</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3FB950"/>
                </a:solidFill>
                <a:latin typeface="Arial"/>
              </a:rPr>
              <a:t>Claude caught real errors, live</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A receptor mislabeled as human was actually a rabbit ortholog. A docking box let caffeine beat the real drug. Claude flagged and fixed both.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An orphan natural product and an approved drug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800" b="0">
                <a:solidFill>
                  <a:srgbClr val="E6EDF3"/>
                </a:solidFill>
                <a:latin typeface="Arial"/>
              </a:rPr>
              <a:t>Two chemically unrelated molecules land on M. tuberculosis InhA through one shared validation standard.</a:t>
            </a:r>
          </a:p>
          <a:p>
            <a:pPr algn="l"/>
            <a:r>
              <a:rPr sz="1800" b="0">
                <a:solidFill>
                  <a:srgbClr val="E6EDF3"/>
                </a:solidFill>
                <a:latin typeface="Arial"/>
              </a:rPr>
              <a:t/>
            </a:r>
          </a:p>
          <a:p>
            <a:pPr algn="l"/>
            <a:r>
              <a:rPr sz="1800" b="0">
                <a:solidFill>
                  <a:srgbClr val="E6EDF3"/>
                </a:solidFill>
                <a:latin typeface="Arial"/>
              </a:rPr>
              <a:t>Both beat a property-matched decoy control.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SAME INSTRUMENT, THREE PROBLEMS</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It is not a one-target trick</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Antimicrobials</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Natural-product and repurposing leads against priority pathogens, resistance-aware.</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Alzheimer's / CNS</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Same pipeline, ported unchanged across 1.7M CNS-like compounds.</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58A6FF"/>
                </a:solidFill>
                <a:latin typeface="Arial"/>
              </a:rPr>
              <a:t>Microbiome to host</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A family of microbial carotenoids converges on the human receptor PXR, confirmed by docking.</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Every molecule is a lead to test. Never a finished drug.</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When the pipeline cannot support a hit, it says so, and we report those too.</a:t>
            </a:r>
          </a:p>
          <a:p>
            <a:pPr algn="l"/>
            <a:r>
              <a:rPr sz="2000" b="0">
                <a:solidFill>
                  <a:srgbClr val="9198A1"/>
                </a:solidFill>
                <a:latin typeface="Arial"/>
              </a:rPr>
              <a:t/>
            </a:r>
          </a:p>
          <a:p>
            <a:pPr algn="l"/>
            <a:r>
              <a:rPr sz="2000" b="0">
                <a:solidFill>
                  <a:srgbClr val="9198A1"/>
                </a:solidFill>
                <a:latin typeface="Arial"/>
              </a:rPr>
              <a:t>Fully open. Everything you just saw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with Claude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